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8" r:id="rId13"/>
    <p:sldId id="271" r:id="rId14"/>
    <p:sldId id="272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80" y="4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60EAC-0542-4F54-BA25-1AAEE6EFA64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3567D-3018-48BE-9917-18A646549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141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3567D-3018-48BE-9917-18A646549B1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94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- 2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88282" y="603757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Fest 2026 – Online Event Ticket Booking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99060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B.Venkata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Reddy – VTU25671– 23UECS0099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051027" y="7884729"/>
            <a:ext cx="6914603" cy="1443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Rahman- B.E., </a:t>
            </a:r>
            <a:r>
              <a:rPr lang="en-IN" sz="3200" dirty="0" err="1"/>
              <a:t>M.Tech</a:t>
            </a:r>
            <a:r>
              <a:rPr lang="en-IN" sz="3200" dirty="0"/>
              <a:t>., Ph.D.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 SDG: </a:t>
            </a:r>
            <a:r>
              <a:rPr lang="en-US" b="1" dirty="0"/>
              <a:t>SDG 8: Decent Work and Economic Growth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event coordination often suffers from manual booking errors and data inconsistencies.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EventHub provides a centralized digital platform to automate ticketing and resource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crucial for enhancing transparency and reducing administrative overhead for organizers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features a modern Spring Boot backend synchronized with a high-performance React frontend.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offers real-world relevance through its application in festivals, seminars, and workshops.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dynamic seat mapping engine ensures efficient venue utilization and prevents overbooking.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 Admin Dashboards provide real-time insights into event performance and ticket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serves as a comprehensive solution for modern, secure, and streamlined event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many event management processes are still handled using manual methods or siloed spreadsheets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inconsistencies in attendee data and significant delays in ticket processing.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lack real-time visibility into ticket sales and event metrics across the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systems make it difficult for users to discover and book diverse events seamlessly.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high risk of ticket duplication and fraud without a centralized digital verification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organizers and attendees regarding event updates is often slow and inefficient.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reliable, automated, and centralized system is needed to improve overall performance and accuracy.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667000" y="2247900"/>
            <a:ext cx="1462512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centralized ticketing platform called "</a:t>
            </a:r>
            <a:r>
              <a:rPr lang="en-IN" sz="2600" dirty="0"/>
              <a:t>Tech Fest 2026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that automates event discovery and booking.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dynamic seat management system that ensures real-time availability and prevents overbooking.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A full-stack web application leveraging Spring Boot for the backend and React for a modern, responsive frontend.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Booking: Users can instantly browse available events and purchase tickets with live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Seat Mapping: Implements a dynamic grid system (A, B... AA, AB) that handles varying venue capacities.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Dashboard: Provides powerful management tools for organizers to track sales and monitor attendee lists.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Database: Uses H2/SQL to maintain a single source of truth for all events and transaction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Authentication: Features role-based access control to distinguish between attendees and administrators.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UI/UX: Designed for a "premium" feel with smooth transitions, dark mode, and mobile-responsive layouts.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The modular architecture allows for the easy addition of new features and event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onnecting GUI to Backend Logic. In modern software development… | by Anjali Nambiar | Medium">
            <a:extLst>
              <a:ext uri="{FF2B5EF4-FFF2-40B4-BE49-F238E27FC236}">
                <a16:creationId xmlns:a16="http://schemas.microsoft.com/office/drawing/2014/main" id="{A6A6855B-1F52-3712-8B05-12E3F205E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71450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8621-C584-C14D-243B-492A09E7E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281112"/>
            <a:ext cx="9753600" cy="7724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33600" y="2475171"/>
            <a:ext cx="151585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React.js (v19), </a:t>
            </a:r>
            <a:r>
              <a:rPr lang="en-IN" sz="2800" dirty="0"/>
              <a:t>Tailwind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Java 17, Spring Boot 3.4.0, Maven, Spring Data JPA (Hibernate).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H2 (High-performance, in-memory/file-based relational database).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VS Code (IDE), ECLIPSE.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Windows 10/11, Node.js v20+, Java JDK 17, Modern Web Browser.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8GB RAM minimum, Intel Core i5 Processor or equivalent, 500MB Free Disk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95509" y="3191916"/>
            <a:ext cx="1416369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Profiles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Handles secure user registration and login, maintaining persistent sessions and distinguishing between regular users and administrative staff.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Discovery &amp; Grid Management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Implements the dynamic event showcase and the advanced seat selection engine featuring robust, automated row labeling.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Transactional Booking Engine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the core business logic for ticket reservations, ensuring real-time seat synchronization and preventing overbooking in the database.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Admin Management Console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dedicated module for platform administrators to create events, update ticket capacities, and monitor global booking statistics.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9CDE92-657F-BE7E-B356-30F2F6754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935" y="1435444"/>
            <a:ext cx="11664130" cy="6183468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BAA81B65-DC8F-2851-E9F8-50D2A4C52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042" y="8048363"/>
            <a:ext cx="149760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sleek </a:t>
            </a:r>
            <a:r>
              <a:rPr lang="en-IN" dirty="0"/>
              <a:t>Tech Fest 2026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homepage showcasing upcoming campus events with a modern dark-themed interface and vibrant visuals.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highlights categories like Music, Technology, and Sports, making ticket booking simple and engaging.</a:t>
            </a: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D364C2-6E2D-B6E5-D02F-884834221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527" y="8713632"/>
            <a:ext cx="13487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secure and modern admin login portal for </a:t>
            </a:r>
            <a:r>
              <a:rPr lang="en-IN" dirty="0"/>
              <a:t>Tech Fest 2026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designed with a sleek dark theme and authentication interface.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enables administrators to manage events, user bookings, and platform operations through a centralized control center.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8504232-6DA4-DC24-A1C4-F89B61EFC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988" y="1608430"/>
            <a:ext cx="4957412" cy="654522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F60B6DB-D328-0036-FD0D-CF296A886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980" y="2475171"/>
            <a:ext cx="4100751" cy="564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DC8245-E8C7-F600-FD84-7142CA9D4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8648700"/>
            <a:ext cx="168021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dynamic</a:t>
            </a:r>
            <a:r>
              <a:rPr lang="en-IN" dirty="0"/>
              <a:t> Tech Fest 2026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dashboard that allows organizers to add, manage, and monitor campus events efficiently.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features event creation forms and a real-time active events panel for seamless administration.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D865E-DC8A-7E54-F185-8272BAA3C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325775"/>
            <a:ext cx="7605262" cy="692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7F64F-9D65-8C2D-D301-572CE4C6A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54F0173A-4CC2-0BEB-F083-AFB5587A3A96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D309F3D-6963-217E-D588-723AA13DAF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D3720BB-B15F-2343-2FD9-7BBC0034F3D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2C1A268-39B6-7C26-F4EB-87B69797AAF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F638CF5-78E9-49EF-D373-8237AB43130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46580D9-E339-98AB-1BDA-44EFCE25946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A315032-AD21-9AFE-DDE2-4082FF8EF16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101F37F-EC0C-BD7C-F50C-2FA29A59A87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57466AB-28E1-B544-7AB3-9D01367A933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AD10466-98BE-8653-9802-B7CB936F712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45DD024-88FE-A749-DD92-E99CC42E565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6B4EBE5B-F624-DC87-17A3-7E6DA793BF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14AF6A4-B410-E2F0-A5FE-F3C32F5905B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AA2751F-B282-1359-6A86-EDDF9420C6F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FA4C299-A7CB-6935-4768-1ECF9F48156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8629D47-9A7B-1558-A320-A14A62AB2EEB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319D715-DD14-8896-7DBC-6162182DD60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94157E5-7457-A5A5-E5DF-C0C53A8DA9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A08AAF2-7193-3B35-5FC3-3E85B6FD12F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773641-ED3C-9E92-DB27-1E237895CF6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96BF80ED-6B84-B639-1272-74CEFA0C3E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B6425F9-0D07-1887-4203-1F808B8A9230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DA1769-2928-3C5E-D774-52CF912C761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4FD8497-532C-9A05-98B5-1875015FF7A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D879896-D868-BAC7-B1D8-02A10C4CDF4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5D6A186-0EFE-E125-2A49-C7BA91D6C0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135B1618-E51B-BFB9-A33C-54C2C3DD177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25F6166C-912C-8812-5A49-4299CE7A5064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006C01E-6965-6CD4-98F4-D16002E8280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A5AED2F-9902-B8EE-CA4D-A5919908A8A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9305BE6-00B9-E63F-CA84-D898C2449D6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8CD3D16-6A88-A020-F481-648F2E0540D5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017573-1E9B-C486-F1B2-A5A6C26E073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803B309A-28DD-E2DA-C223-345FFFFC6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8761847"/>
            <a:ext cx="173102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interactive </a:t>
            </a:r>
            <a:r>
              <a:rPr lang="en-IN" dirty="0"/>
              <a:t>Tech Fest 2026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ticket booking page displaying event details, seat selection, and user registration in a modern interface.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choose available seats, enter booking information, and confirm tickets seamlessly for live events.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EDED5F-8D31-49EF-CA80-705A3EEE4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523" y="1173897"/>
            <a:ext cx="8275477" cy="730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2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01E32-1792-E671-1E1F-1F1B1826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26D71C7-4800-CF9D-0A33-CF6329F14D5B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4BF4986-E1B9-8423-112E-BBC53972E80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4ED0840-0B84-3595-5EED-14B16BF3017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8709515-078F-1B2E-3D79-BEB524A8EC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5269DAB-89F0-6FCB-3B5A-B5B99C0720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486145A-5B5A-D5CE-39A2-273B04DF7D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B9017E5-BB6C-7FFA-C5CC-DAA3273A713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B827FF6-ECF0-5323-991F-E72F08B4E9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53F1365-8C9F-A35A-847B-E7463070522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AC17F58-B6DD-C4CF-3FF5-E8A012D432F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7AE4CE8-1460-1A74-2169-81CF205470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9D0D1C9-DD21-0CAE-F9A2-D558A1CA35E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CDB7CCEA-98F9-9911-D21F-ED21A8CE3C7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B644E84-E437-4B30-89AE-266277A62A3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140A17F-4CA4-D744-DFFC-D6F591BAE7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B3C313B-FBB6-4BA1-4D27-BA800A774055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89CE84E-E157-C8D8-0342-CB8E2A2837F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5A4DA2F-64F7-7609-3988-73A498E485E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FD5C673-CAFA-CE4E-7D94-C059C8FA651A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52A3C3A-3AB7-1CC0-8B00-C0EA1985A9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A6C72EE-85DC-C0BE-2295-B85B3DA355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F83EB3D-677C-4A37-EE3C-464A009BD770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3335409-0B4A-2683-47C8-6FF5C7B26E6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DAEDF15A-04E6-D92B-DC4D-9D5811E748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D1246590-8E9A-769E-8094-D808CD4DB7A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DD7D229-A9B5-3674-C0E3-E5D3C3893DE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ED5954F3-5820-302D-99C3-CC3565ACD83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E12C36F6-BF39-C2CA-B198-162574AF6C2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B9F8403-FFF0-CFD0-7450-A03BEE1E0C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9E6781B-CC4C-B0FE-021B-A9C7E9E92B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C7EBFEFF-2D29-6419-B01A-38E8550C485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E5AFA22-700D-B264-2C14-EFD80725C4E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3E1EE1-9935-6318-11C2-9C5EED4E3F5F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42D80C-320F-A80E-E872-84B2AF1D0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6307531"/>
            <a:ext cx="1755241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live backend bookings dashboard displaying real-time ticket reservations, user details, event names, and payment totals.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administrators track bookings efficiently and monitor platform transactions instantly.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D65AF-FAEC-2E00-30D2-210C4FBDD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17176"/>
            <a:ext cx="5544111" cy="582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88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527DA-949E-86A9-6A59-7DE906074079}"/>
              </a:ext>
            </a:extLst>
          </p:cNvPr>
          <p:cNvSpPr txBox="1"/>
          <p:nvPr/>
        </p:nvSpPr>
        <p:spPr>
          <a:xfrm>
            <a:off x="2758778" y="2475171"/>
            <a:ext cx="1830989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24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Automation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Experience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and Trust</a:t>
            </a:r>
            <a:br>
              <a:rPr lang="en-US" sz="24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(LIMITATIONS)</a:t>
            </a:r>
            <a:endParaRPr lang="en-US" sz="24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Limitations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Complexity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Maintenance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1097</Words>
  <Application>Microsoft Office PowerPoint</Application>
  <PresentationFormat>Custom</PresentationFormat>
  <Paragraphs>283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Gotham</vt:lpstr>
      <vt:lpstr>Calibri</vt:lpstr>
      <vt:lpstr>Cambria</vt:lpstr>
      <vt:lpstr>Gotham Bold Italics</vt:lpstr>
      <vt:lpstr>Arial</vt:lpstr>
      <vt:lpstr>Bookman Old Style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Kavya Ghantasala</dc:creator>
  <cp:lastModifiedBy>Bommu Venkata Reddy</cp:lastModifiedBy>
  <cp:revision>15</cp:revision>
  <dcterms:created xsi:type="dcterms:W3CDTF">2006-08-16T00:00:00Z</dcterms:created>
  <dcterms:modified xsi:type="dcterms:W3CDTF">2026-04-20T06:59:40Z</dcterms:modified>
  <dc:identifier>DAHCaYqJ9OU</dc:identifier>
</cp:coreProperties>
</file>